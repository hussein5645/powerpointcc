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IQ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>
        <p:scale>
          <a:sx n="50" d="100"/>
          <a:sy n="50" d="100"/>
        </p:scale>
        <p:origin x="1934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5A736C2-C0DD-0A76-7959-956430389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67D20ED2-BDEB-659E-EEDE-66E6578D3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F140F05-C954-7514-8CF5-0E58F2C0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F9C1306-0CA8-9C27-8F85-8972AF48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F34CBDD-7D80-FFC3-6135-D65A2295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64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6BC356B-17A8-29F2-9DF6-089912BAE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C0E010F-59C5-B583-5D69-5FE979DE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B07DF89-8151-E49B-5669-B9E0E75E6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47C3267-CDAC-01AA-2A21-3C167B13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31C1539-88E3-6929-032E-EAB1D09E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5023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9B4E95-5CEE-8063-936A-274B7A35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1E083CC-0B07-B5A4-AF84-DBD55838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58FBBBB-6A04-36D8-4CB8-B974DFFC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1A67E97-5201-64F2-F063-89A4C8DB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85CE9E6-D882-F04A-0717-E4A99B4C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94761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99481E-DF4D-903A-2E4F-A4BFD103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B118583-2E71-3A66-1138-958D52163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B2D2961-2BCC-1FD6-05A6-163AE9520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65B7F93-9309-9713-6B40-88838E11E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077CE29-9B8E-A391-97A8-B8CB349D7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258D62B-1825-5AFC-DAB1-72688CA4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00685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46C8985-B4BD-F37F-D661-38EA0742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38A2C83-AB35-D726-C49A-1CB2ED4A0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61457AD-FCBC-E846-57C9-40C5E8B39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3B20FB22-F657-139D-828B-0A8CAC052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59FD6123-3E78-6235-DA74-5E83A776B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5DBED3EB-D01F-D76E-F061-413980E6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746CEDFC-310A-DCFC-ED95-DF100F88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CF73046-B793-3051-8823-B465A77B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26816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4593BEB-149A-EB78-1692-36E92E62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79A59173-1366-7203-E68B-39CC58D0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398AFF6F-9AEE-4D6A-0AA2-8F77725A1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88D04DFB-CA91-462F-4C63-0A552492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80584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C37AF9D8-8D46-FD90-D083-57E872A6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D3AB2181-177C-0A7E-D28D-1D7E8B2F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E9F2CAB-B4F6-230B-4416-3745D17B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038248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62DA0-CD30-E661-E52A-61A08993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003F89D-16DF-DB5E-3448-0CAE5BF40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B5BDB57-4750-4A9B-0C48-DFE010AC0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58E2B7C-9415-FD89-7CED-80E458D3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1D2A9C5-E2C9-3D43-98DA-514C244E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33F78CF-F4B6-4F66-AD75-0A13BE09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93018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B36A00-8EE9-1336-2CE9-7298C341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E2B9DEE-AEED-CD64-2E32-1B45BACCE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IQ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1667E48-01AA-7BAA-D40B-59404F7EB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4EDA51CC-C498-48EB-8D07-09FF8CDA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9C16FB9-68DE-2569-C049-370EF6D8F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37FC50B-03EF-1EDD-2981-4F3309A5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961246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849B1AE-D66A-9ED8-422C-A66FD919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5CA72B53-83E2-EC4F-8A5E-9FBED265D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41892CF-EF27-86EA-AE2A-82FAA784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520017-8D29-4574-3E69-42BDCA36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49589B5-8C10-28C9-ADCD-2F868FE7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8904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88AD5C8A-A665-12D7-B744-14E0E49BB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15CAFEF2-07C4-DAB2-45AB-DBA7B2B0B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CFD8612-C0C6-56E9-F83D-43D77FFA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4FD937C-5E67-CA68-27B4-D3B60A4E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BB6C6FD-FB4C-5FE6-6FF7-41D43CAD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80696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E27CBBFB-3AAC-EB41-27E8-9E262848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55E670A-3496-A587-5BA5-A29CF9246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D7BFE1C-828E-B018-95BF-1E7E90EC4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81385-3C31-412A-A81E-B50083BA5606}" type="datetimeFigureOut">
              <a:rPr lang="ar-IQ" smtClean="0"/>
              <a:t>22/08/1444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9BC7DB-98CC-4B91-CE10-4264B9E85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BEC9498-ACC5-CF3F-9075-C71DE78D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7F59D-B5A7-451B-8B53-5BBF03CEFAB0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24003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IQ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ستطيل 5">
            <a:extLst>
              <a:ext uri="{FF2B5EF4-FFF2-40B4-BE49-F238E27FC236}">
                <a16:creationId xmlns:a16="http://schemas.microsoft.com/office/drawing/2014/main" id="{C910DE8D-D8CA-44E3-31BE-1FCDAFF80A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142265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0</Words>
  <Application>Microsoft Office PowerPoint</Application>
  <PresentationFormat>شاشة عريضة</PresentationFormat>
  <Paragraphs>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نسق Office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Hussein Mo</dc:creator>
  <cp:lastModifiedBy>Hussein Mo</cp:lastModifiedBy>
  <cp:revision>1</cp:revision>
  <dcterms:created xsi:type="dcterms:W3CDTF">2023-03-14T13:07:50Z</dcterms:created>
  <dcterms:modified xsi:type="dcterms:W3CDTF">2023-03-14T17:47:48Z</dcterms:modified>
</cp:coreProperties>
</file>